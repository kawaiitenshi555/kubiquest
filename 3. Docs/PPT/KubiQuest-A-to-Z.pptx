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914400"/>
          </a:xfrm>
        </p:spPr>
        <p:txBody>
          <a:bodyPr/>
          <a:lstStyle/>
          <a:p>
            <a:r>
              <a:rPr lang="en-US" sz="4000" b="1"/>
              <a:t>KubiQuest - A to Z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14400" y="1485900"/>
            <a:ext cx="10363200" cy="4572000"/>
          </a:xfrm>
        </p:spPr>
        <p:txBody>
          <a:bodyPr/>
          <a:lstStyle/>
          <a:p>
            <a:pPr lvl="0" marL="342900" indent="-171450">
              <a:buChar char="-"/>
            </a:pPr>
            <a:r>
              <a:rPr lang="en-US" sz="2200"/>
              <a:t>Monorepo split: 1. App, 2. Kube, 3. Docs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App stack: Angular, Laravel, Node.js, Go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Platform stack: Kubernetes, Helm, Prometheus, Loki</a:t>
            </a:r>
            <a:endParaRPr lang="en-US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914400"/>
          </a:xfrm>
        </p:spPr>
        <p:txBody>
          <a:bodyPr/>
          <a:lstStyle/>
          <a:p>
            <a:r>
              <a:rPr lang="en-US" sz="4000" b="1"/>
              <a:t>Application Runtime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14400" y="1485900"/>
            <a:ext cx="10363200" cy="4572000"/>
          </a:xfrm>
        </p:spPr>
        <p:txBody>
          <a:bodyPr/>
          <a:lstStyle/>
          <a:p>
            <a:pPr lvl="0" marL="342900" indent="-171450">
              <a:buChar char="-"/>
            </a:pPr>
            <a:r>
              <a:rPr lang="en-US" sz="2200"/>
              <a:t>Frontend calls API for CRUD and search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API writes MySQL and publishes RabbitMQ events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Indexer consumes queue and syncs Elasticsearch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Reporting CronJob posts daily summary to MS Teams</a:t>
            </a:r>
            <a:endParaRPr lang="en-U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914400"/>
          </a:xfrm>
        </p:spPr>
        <p:txBody>
          <a:bodyPr/>
          <a:lstStyle/>
          <a:p>
            <a:r>
              <a:rPr lang="en-US" sz="4000" b="1"/>
              <a:t>Kubernetes Architecture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14400" y="1485900"/>
            <a:ext cx="10363200" cy="4572000"/>
          </a:xfrm>
        </p:spPr>
        <p:txBody>
          <a:bodyPr/>
          <a:lstStyle/>
          <a:p>
            <a:pPr lvl="0" marL="342900" indent="-171450">
              <a:buChar char="-"/>
            </a:pPr>
            <a:r>
              <a:rPr lang="en-US" sz="2200"/>
              <a:t>Namespaces: app, databases, monitoring, logging, ingress-nginx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Infra via public Helm charts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App via custom charts: api, frontend, indexer, reporting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RBAC, ResourceQuota, LimitRange, HPA, PDB enabled</a:t>
            </a:r>
            <a:endParaRPr 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914400"/>
          </a:xfrm>
        </p:spPr>
        <p:txBody>
          <a:bodyPr/>
          <a:lstStyle/>
          <a:p>
            <a:r>
              <a:rPr lang="en-US" sz="4000" b="1"/>
              <a:t>Operations and Reliability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14400" y="1485900"/>
            <a:ext cx="10363200" cy="4572000"/>
          </a:xfrm>
        </p:spPr>
        <p:txBody>
          <a:bodyPr/>
          <a:lstStyle/>
          <a:p>
            <a:pPr lvl="0" marL="342900" indent="-171450">
              <a:buChar char="-"/>
            </a:pPr>
            <a:r>
              <a:rPr lang="en-US" sz="2200"/>
              <a:t>Full deployment script: ./2. Kube/scripts/deploy-all.sh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Demo scripts: load test, zero downtime update, rollback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Metrics and logs available in Grafana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Recovery paths: Helm rollback and rollout undo</a:t>
            </a:r>
            <a:endParaRPr lang="en-U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914400"/>
          </a:xfrm>
        </p:spPr>
        <p:txBody>
          <a:bodyPr/>
          <a:lstStyle/>
          <a:p>
            <a:r>
              <a:rPr lang="en-US" sz="4000" b="1"/>
              <a:t>Key Commands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14400" y="1485900"/>
            <a:ext cx="10363200" cy="4572000"/>
          </a:xfrm>
        </p:spPr>
        <p:txBody>
          <a:bodyPr/>
          <a:lstStyle/>
          <a:p>
            <a:pPr lvl="0" marL="342900" indent="-171450">
              <a:buChar char="-"/>
            </a:pPr>
            <a:r>
              <a:rPr lang="en-US" sz="2200"/>
              <a:t>./2. Kube/scripts/build-and-push.sh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./2. Kube/scripts/deploy-all.sh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./2. Kube/scripts/load-test.sh http://&lt;EXTERNAL_IP&gt; 120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./2. Kube/scripts/zero-downtime-demo.sh http://&lt;EXTERNAL_IP&gt; v2.0.0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./2. Kube/scripts/rollback-demo.sh http://&lt;EXTERNAL_IP&gt;</a:t>
            </a:r>
            <a:endParaRPr 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11277600" cy="914400"/>
          </a:xfrm>
        </p:spPr>
        <p:txBody>
          <a:bodyPr/>
          <a:lstStyle/>
          <a:p>
            <a:r>
              <a:rPr lang="en-US" sz="4000" b="1"/>
              <a:t>Closing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>
            <a:off x="914400" y="1485900"/>
            <a:ext cx="10363200" cy="4572000"/>
          </a:xfrm>
        </p:spPr>
        <p:txBody>
          <a:bodyPr/>
          <a:lstStyle/>
          <a:p>
            <a:pPr lvl="0" marL="342900" indent="-171450">
              <a:buChar char="-"/>
            </a:pPr>
            <a:r>
              <a:rPr lang="en-US" sz="2200"/>
              <a:t>Architecture supports scale, observability, and controlled rollback</a:t>
            </a:r>
            <a:endParaRPr lang="en-US" sz="2200"/>
          </a:p>
          <a:p>
            <a:pPr lvl="0" marL="342900" indent="-171450">
              <a:buChar char="-"/>
            </a:pPr>
            <a:r>
              <a:rPr lang="en-US" sz="2200"/>
              <a:t>Documentation available in Markdown and HTML under 3. Docs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22C55E"/>
      </a:accent1>
      <a:accent2>
        <a:srgbClr val="06B6D4"/>
      </a:accent2>
      <a:accent3>
        <a:srgbClr val="3B82F6"/>
      </a:accent3>
      <a:accent4>
        <a:srgbClr val="F59E0B"/>
      </a:accent4>
      <a:accent5>
        <a:srgbClr val="EF4444"/>
      </a:accent5>
      <a:accent6>
        <a:srgbClr val="A855F7"/>
      </a:accent6>
      <a:hlink>
        <a:srgbClr val="2563EB"/>
      </a:hlink>
      <a:folHlink>
        <a:srgbClr val="7C3AED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KubiQuest A to Z</dc:title>
  <dc:creator>Codex</dc:creator>
  <cp:lastModifiedBy>Codex</cp:lastModifiedBy>
  <dcterms:created xsi:type="dcterms:W3CDTF">2026-02-24T17:54:04Z</dcterms:created>
  <dcterms:modified xsi:type="dcterms:W3CDTF">2026-02-24T17:54:04Z</dcterms:modified>
</cp:coreProperties>
</file>